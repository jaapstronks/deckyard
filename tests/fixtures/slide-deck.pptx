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000"/>
                </a:solidFill>
              </a:rPr>
              <a:t>Quarterly results 2025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2286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Growth across every region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17 October 2025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000"/>
                </a:solidFill>
              </a:rPr>
              <a:t>What we learned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Customers want faster onboarding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Pricing is clear enough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Support response times improved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Mobile usage doubled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000"/>
                </a:solidFill>
              </a:rPr>
              <a:t>Our new office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The team moved into a brighter space in the city centre.</a:t>
            </a:r>
            <a:endParaRPr lang="en-US" sz="1800" dirty="0"/>
          </a:p>
        </p:txBody>
      </p:sp>
      <p:pic>
        <p:nvPicPr>
          <p:cNvPr id="4" name="Image 0" descr="Floor plan of the new off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371600"/>
            <a:ext cx="3200400" cy="2133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000"/>
                </a:solidFill>
              </a:rPr>
              <a:t>Revenue by region</a:t>
            </a:r>
            <a:endParaRPr lang="en-US" sz="3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Region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Q3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Q4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North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1.2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1.4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South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0.9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1.1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West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1.5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1.6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000"/>
                </a:solidFill>
              </a:rPr>
              <a:t>Hidden draft</a:t>
            </a:r>
            <a:endParaRPr lang="en-US" sz="3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000"/>
                </a:solidFill>
              </a:rPr>
              <a:t>Growth per quarter</a:t>
            </a:r>
            <a:endParaRPr lang="en-US" sz="33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85800" y="1371600"/>
          <a:ext cx="7772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5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Chapter two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Looking ahead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Fixture deck</dc:title>
  <dc:subject>PptxGenJS Presentation</dc:subject>
  <dc:creator>Deckyard tests</dc:creator>
  <cp:lastModifiedBy>Deckyard tests</cp:lastModifiedBy>
  <cp:revision>1</cp:revision>
  <dcterms:created xsi:type="dcterms:W3CDTF">2026-10-22T08:56:42Z</dcterms:created>
  <dcterms:modified xsi:type="dcterms:W3CDTF">2026-10-22T08:56:42Z</dcterms:modified>
</cp:coreProperties>
</file>