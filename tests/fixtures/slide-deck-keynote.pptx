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577705"/>
          <c:y val="0.0502936"/>
          <c:w val="0.937229"/>
          <c:h val="0.8633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5000" u="none">
                    <a:solidFill>
                      <a:srgbClr val="FFFFFF"/>
                    </a:solidFill>
                    <a:latin typeface="Helvetica Neue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Sheet1!$B$1:$E$1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Sheet1!$B$2:$E$2</c:f>
              <c:numCache>
                <c:ptCount val="4"/>
                <c:pt idx="0">
                  <c:v>10.000000</c:v>
                </c:pt>
                <c:pt idx="1">
                  <c:v>14.000000</c:v>
                </c:pt>
                <c:pt idx="2">
                  <c:v>18.000000</c:v>
                </c:pt>
                <c:pt idx="3">
                  <c:v>25.000000</c:v>
                </c:pt>
              </c:numCache>
            </c:numRef>
          </c:val>
        </c:ser>
        <c:gapWidth val="40"/>
        <c:overlap val="-1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3400" u="none">
                <a:solidFill>
                  <a:srgbClr val="000000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b="0" i="0" strike="noStrike" sz="3400" u="none">
                <a:solidFill>
                  <a:srgbClr val="000000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6.5"/>
        <c:minorUnit val="3.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el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eur en datum"/>
          <p:cNvSpPr txBox="1"/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Auteur en datum</a:t>
            </a:r>
          </a:p>
        </p:txBody>
      </p:sp>
      <p:sp>
        <p:nvSpPr>
          <p:cNvPr id="12" name="Naam presentati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Naam presentatie</a:t>
            </a:r>
          </a:p>
        </p:txBody>
      </p:sp>
      <p:sp>
        <p:nvSpPr>
          <p:cNvPr id="13" name="Hoofdtekst - niveau één…"/>
          <p:cNvSpPr txBox="1"/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5pPr>
          </a:lstStyle>
          <a:p>
            <a:pPr/>
            <a:r>
              <a:t>Ondertitel presentatie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en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se-up van de bovenzijde van een heteluchtballon van bovenaf bekeken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Naam presentati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Naam presentatie</a:t>
            </a:r>
          </a:p>
        </p:txBody>
      </p:sp>
      <p:sp>
        <p:nvSpPr>
          <p:cNvPr id="23" name="Auteur en datum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Auteur en datum</a:t>
            </a:r>
          </a:p>
        </p:txBody>
      </p:sp>
      <p:sp>
        <p:nvSpPr>
          <p:cNvPr id="24" name="Hoofdtekst - niveau één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5pPr>
          </a:lstStyle>
          <a:p>
            <a:pPr/>
            <a:r>
              <a:t>Ondertitel presentatie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en f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van een heteluchtballon van onderaf bekeken"/>
          <p:cNvSpPr/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Naam dia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Naam dia</a:t>
            </a:r>
          </a:p>
        </p:txBody>
      </p:sp>
      <p:sp>
        <p:nvSpPr>
          <p:cNvPr id="34" name="Hoofdtekst - niveau één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Ondertitel dia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Dianumm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Naam dia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Naam dia</a:t>
            </a:r>
          </a:p>
        </p:txBody>
      </p:sp>
      <p:sp>
        <p:nvSpPr>
          <p:cNvPr id="43" name="Ondertitel dia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Ondertitel dia</a:t>
            </a:r>
          </a:p>
        </p:txBody>
      </p:sp>
      <p:sp>
        <p:nvSpPr>
          <p:cNvPr id="44" name="Hoofdtekst - niveau één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Dia-opsommingstekst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Hoofdtekst - niveau één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Dia-opsommingstekst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opsomm.,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Ondertitel dia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Ondertitel dia</a:t>
            </a:r>
          </a:p>
        </p:txBody>
      </p:sp>
      <p:sp>
        <p:nvSpPr>
          <p:cNvPr id="61" name="Hoofdtekst - niveau één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Dia-opsommingstekst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Heteluchtballonnen van onderen bekeken tegen een blauwe hemel"/>
          <p:cNvSpPr/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Naam dia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Naam dia</a:t>
            </a:r>
          </a:p>
        </p:txBody>
      </p:sp>
      <p:sp>
        <p:nvSpPr>
          <p:cNvPr id="6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opsomming en livevideo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Ondertitel dia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Ondertitel dia</a:t>
            </a:r>
          </a:p>
        </p:txBody>
      </p:sp>
      <p:sp>
        <p:nvSpPr>
          <p:cNvPr id="72" name="Hoofdtekst - niveau één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Dia-opsommingstekst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Naam dia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Naam dia</a:t>
            </a:r>
          </a:p>
        </p:txBody>
      </p:sp>
      <p:sp>
        <p:nvSpPr>
          <p:cNvPr id="7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opsomming en livevideo gro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Ondertitel dia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Ondertitel dia</a:t>
            </a:r>
          </a:p>
        </p:txBody>
      </p:sp>
      <p:sp>
        <p:nvSpPr>
          <p:cNvPr id="82" name="Hoofdtekst - niveau één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Dia-opsommingstekst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Naam dia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Naam dia</a:t>
            </a:r>
          </a:p>
        </p:txBody>
      </p:sp>
      <p:sp>
        <p:nvSpPr>
          <p:cNvPr id="8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e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etitel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Sectietitel</a:t>
            </a:r>
          </a:p>
        </p:txBody>
      </p:sp>
      <p:sp>
        <p:nvSpPr>
          <p:cNvPr id="92" name="Dianumm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aam dia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Naam dia</a:t>
            </a:r>
          </a:p>
        </p:txBody>
      </p:sp>
      <p:sp>
        <p:nvSpPr>
          <p:cNvPr id="100" name="Ondertitel dia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Ondertitel dia</a:t>
            </a:r>
          </a:p>
        </p:txBody>
      </p:sp>
      <p:sp>
        <p:nvSpPr>
          <p:cNvPr id="101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el agenda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Titel agenda</a:t>
            </a:r>
          </a:p>
        </p:txBody>
      </p:sp>
      <p:sp>
        <p:nvSpPr>
          <p:cNvPr id="109" name="Ondertitel agenda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Ondertitel agenda</a:t>
            </a:r>
          </a:p>
        </p:txBody>
      </p:sp>
      <p:sp>
        <p:nvSpPr>
          <p:cNvPr id="110" name="Hoofdtekst - niveau één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Agendaonderwerpen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Ui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Hoofdtekst - niveau één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Uiting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Groot f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Hoofdtekst - niveau één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eitinformatie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Feit­informatie</a:t>
            </a:r>
          </a:p>
        </p:txBody>
      </p:sp>
      <p:sp>
        <p:nvSpPr>
          <p:cNvPr id="12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oekenning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Toekenning</a:t>
            </a:r>
          </a:p>
        </p:txBody>
      </p:sp>
      <p:sp>
        <p:nvSpPr>
          <p:cNvPr id="136" name="Hoofdtekst - niveau één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“Bijzonder citaat”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- driem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Heteluchtballonnen van onderen bekeken tegen een blauwe hemel"/>
          <p:cNvSpPr/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lose-up van de bovenzijde van een heteluchtballon van bovenaf bekeken"/>
          <p:cNvSpPr/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Heteluchtballonnen van onderen bekeken tegen een blauwe hemel"/>
          <p:cNvSpPr/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Heteluchtballonnen van onderen bekeken tegen een blauwe hemel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am dia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Naam dia</a:t>
            </a:r>
          </a:p>
        </p:txBody>
      </p:sp>
      <p:sp>
        <p:nvSpPr>
          <p:cNvPr id="3" name="Hoofdtekst - niveau één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Dia-opsommingstekst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Dianumm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eur en datum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Voorbeeldpresentati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Voorbeeldpresentatie</a:t>
            </a:r>
          </a:p>
        </p:txBody>
      </p:sp>
      <p:sp>
        <p:nvSpPr>
          <p:cNvPr id="173" name="Dummy-inhoud voor de importtes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Dummy-inhoud voor de importtest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Drie punte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Drie punten</a:t>
            </a:r>
          </a:p>
        </p:txBody>
      </p:sp>
      <p:sp>
        <p:nvSpPr>
          <p:cNvPr id="176" name="Ondertitel di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Eerste pun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Eerste punt</a:t>
            </a:r>
          </a:p>
          <a:p>
            <a:pPr/>
            <a:r>
              <a:t>Tweede punt</a:t>
            </a:r>
          </a:p>
          <a:p>
            <a:pPr/>
            <a:r>
              <a:t>Derde punt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Een kleine tabe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Een kleine tabel</a:t>
            </a:r>
          </a:p>
        </p:txBody>
      </p:sp>
      <p:sp>
        <p:nvSpPr>
          <p:cNvPr id="180" name="Ondertitel di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graphicFrame>
        <p:nvGraphicFramePr>
          <p:cNvPr id="181" name="Tabel 1"/>
          <p:cNvGraphicFramePr/>
          <p:nvPr/>
        </p:nvGraphicFramePr>
        <p:xfrm>
          <a:off x="2667000" y="4064000"/>
          <a:ext cx="10985500" cy="825601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6350000"/>
                <a:gridCol w="6350000"/>
                <a:gridCol w="6350000"/>
              </a:tblGrid>
              <a:tr h="17780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Product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Aantal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Prijs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778000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Appel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3,50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778000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Peer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8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2,75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778000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Kiwi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4,00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Ondertitel di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4" name="Een korte toelichting naast het beeld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Een korte toelichting naast het beeld</a:t>
            </a:r>
          </a:p>
        </p:txBody>
      </p:sp>
      <p:pic>
        <p:nvPicPr>
          <p:cNvPr id="185" name="dummy-photo.png" descr="dummy-photo.png"/>
          <p:cNvPicPr>
            <a:picLocks noChangeAspect="1"/>
          </p:cNvPicPr>
          <p:nvPr>
            <p:ph type="pic" idx="22"/>
          </p:nvPr>
        </p:nvPicPr>
        <p:blipFill>
          <a:blip r:embed="rId2">
            <a:extLst/>
          </a:blip>
          <a:srcRect l="17475" t="0" r="17475" b="0"/>
          <a:stretch>
            <a:fillRect/>
          </a:stretch>
        </p:blipFill>
        <p:spPr>
          <a:xfrm>
            <a:off x="12192000" y="1263848"/>
            <a:ext cx="10916874" cy="11188205"/>
          </a:xfrm>
          <a:prstGeom prst="rect">
            <a:avLst/>
          </a:prstGeom>
        </p:spPr>
      </p:pic>
      <p:sp>
        <p:nvSpPr>
          <p:cNvPr id="186" name="Beeld met teks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Beeld met tekst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roei per kwartaa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Groei per kwartaal</a:t>
            </a:r>
          </a:p>
        </p:txBody>
      </p:sp>
      <p:sp>
        <p:nvSpPr>
          <p:cNvPr id="189" name="Ondertitel di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graphicFrame>
        <p:nvGraphicFramePr>
          <p:cNvPr id="190" name="2D-kolomdiagram"/>
          <p:cNvGraphicFramePr/>
          <p:nvPr/>
        </p:nvGraphicFramePr>
        <p:xfrm>
          <a:off x="1498995" y="3060090"/>
          <a:ext cx="20218005" cy="98602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Hoofdstuk twe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Hoofdstuk twee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